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5C49"/>
    <a:srgbClr val="8FA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42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E838F0-52EC-D0FF-81DE-39BF24A86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F98DA9A-788A-C73A-40AF-9027C5328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hu-HU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4A062A-B704-0443-DB8B-A7064331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23E0AC-5E86-C0FE-CFB0-072F23DD2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0B094C-C2E1-9EB0-277C-E2C007D4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422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C79FCB-4634-E249-51F7-C9F3F581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EFC2E3-A075-4765-664F-8015386D7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069A0F-3A50-4B1E-4608-1F06CA74F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6BCDAE-0161-C3BC-A88E-BA2721FE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7838E6-27F1-38E1-F7EA-67A2902B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880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CBDB4F-72F3-DAE5-8710-CD2EA5075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34028E-FF3F-483B-EA2D-EA62FE167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366276-2145-B55C-AE68-2F75537B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DC8EA8-F197-DA46-FF8E-42917C7BC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51ACD8-A104-F8F5-2194-66F1FCED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733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D2D2FB-3C43-24B0-BFA9-82ED16FE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D49F29-4649-161C-2AA0-2E15475388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B60D68-2997-E950-5BBD-A46D877D1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BCD91CD-0F51-A8A1-D919-943AC715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710E22-A34A-C98E-5674-F8BA0A28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7893EE-05DE-5380-6834-C51CD1C0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611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D4388C-CDE8-BAEE-41D9-D747D766A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4F2F777-E7B6-A1A4-22FC-1E0EDDE5D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D7092AC-B826-9C0A-5635-E34E3238F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180FF47-18B5-B203-C4A5-0B7C5D5B2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BAF60D1-511C-3BB2-B7B7-1EBDCA168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DB8FFC7-320F-F783-992D-68B9FD1F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146D63E-3A75-287B-A08E-C259E43D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C3E549-DEC3-D155-A77A-40110D936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135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99667B-CFB5-76AA-F81F-9362693CD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C57F27-78CD-2A72-8FF6-C80DFE08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59263B-4238-241E-4FA5-983FEBD1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933BEF-87C3-41A6-9E5C-39404F3C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3008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EC2298F-9BAB-69F0-1838-CFEB3A29D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3149E8-88DD-A5B0-4285-D2EBCF50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D3B19C-C5D9-4119-4E0A-B33904D6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02300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A04A68-81E6-A9E3-91BA-F8266953B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8801B6-B0A9-4408-F8FA-3C5B66176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D8F2DA5-453A-C725-403B-041ABBB46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AC40A3-3665-7087-FEC1-51CDD8FB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9DD390-61B8-5248-3EC6-AFCCF4D6C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B3B5ADA-298E-C2CB-660F-733DF207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6594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ABC20-B49F-EBBE-D3CA-A64DD608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602EAAE-7930-D70E-D63E-07B6B163A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ACB4042-DFB5-7DBC-1FE0-26917ACFD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C775FC-5A5D-8306-135A-97242571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E5CCA45-8B66-A45E-50DD-3129D0BC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380AAF7-42C7-888B-296A-64BA10D8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247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AD7984-4929-66A3-AF7C-05BFD306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B99CC87-A224-91EA-CA02-80EDB96BA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05B2BB-B2F5-73F2-9013-64291BED5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59651D-9E74-2DE8-F1CA-4B789BC8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301C8F-F654-1CFD-12F8-36442627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979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BFB870E-75A8-CFB8-213B-7D313538B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97D3A9B-0859-2FF5-C767-21EE84A18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0E78C0-FDA1-D296-35D8-4F64062E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0CBC9D-F805-99E7-0DEA-A9767966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7B718-DDE1-36E9-5E34-73E99640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19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4B65F7-A4A0-283D-EA88-01ADDB3B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hu-HU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DF1842A-EFFC-0CAB-6C58-D7DBDBD5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hu-HU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9B9D41-3D04-1662-776D-BD6624383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301A1-83C8-4E9D-AFFD-7E7C651EE625}" type="datetimeFigureOut">
              <a:rPr lang="hu-HU" smtClean="0"/>
              <a:t>2026. 09. 13.</a:t>
            </a:fld>
            <a:endParaRPr lang="hu-HU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2B1A9E1-9320-D9C2-D644-E02AC42AD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DBAF78-48F1-6E68-8B9A-4E2ABD13D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C7B47-8F37-414C-8D98-AA31E2C758A8}" type="slidenum">
              <a:rPr lang="hu-HU" smtClean="0"/>
              <a:t>‹N›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222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4A1ED2-AD99-6F98-C6A0-B04E8DC3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2025/2026-os Szoftverfejlesztő és tesztelő vizsga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6C273F4-2550-120B-0DF6-7E22CFE93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49659"/>
          </a:xfrm>
        </p:spPr>
        <p:txBody>
          <a:bodyPr/>
          <a:lstStyle/>
          <a:p>
            <a:pPr marL="0" indent="0">
              <a:buNone/>
            </a:pPr>
            <a:r>
              <a:rPr lang="hu-HU" dirty="0">
                <a:solidFill>
                  <a:srgbClr val="725C49"/>
                </a:solidFill>
              </a:rPr>
              <a:t>Órafoglalás vizsgamunka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FEDC0848-4DB5-8AC8-5C68-2A9072A8D138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080D822-435E-B110-7E19-C8D444BF26BA}"/>
              </a:ext>
            </a:extLst>
          </p:cNvPr>
          <p:cNvSpPr txBox="1"/>
          <p:nvPr/>
        </p:nvSpPr>
        <p:spPr>
          <a:xfrm>
            <a:off x="924815" y="2775284"/>
            <a:ext cx="103431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b="1">
                <a:solidFill>
                  <a:srgbClr val="725C49"/>
                </a:solidFill>
              </a:rPr>
              <a:t>Készítették:</a:t>
            </a:r>
            <a:endParaRPr lang="hu-HU" sz="3600" b="1" dirty="0">
              <a:solidFill>
                <a:srgbClr val="725C49"/>
              </a:solidFill>
            </a:endParaRPr>
          </a:p>
          <a:p>
            <a:pPr algn="ctr"/>
            <a:r>
              <a:rPr lang="hu-HU" sz="2400" dirty="0">
                <a:solidFill>
                  <a:srgbClr val="725C49"/>
                </a:solidFill>
              </a:rPr>
              <a:t>Szita Melitta</a:t>
            </a:r>
          </a:p>
          <a:p>
            <a:pPr algn="ctr"/>
            <a:r>
              <a:rPr lang="hu-HU" sz="2400" dirty="0">
                <a:solidFill>
                  <a:srgbClr val="725C49"/>
                </a:solidFill>
              </a:rPr>
              <a:t>Nagy </a:t>
            </a:r>
            <a:r>
              <a:rPr lang="hu-HU" sz="2400" dirty="0" err="1">
                <a:solidFill>
                  <a:srgbClr val="725C49"/>
                </a:solidFill>
              </a:rPr>
              <a:t>Alexanra</a:t>
            </a:r>
            <a:endParaRPr lang="hu-HU" sz="2400" dirty="0">
              <a:solidFill>
                <a:srgbClr val="725C49"/>
              </a:solidFill>
            </a:endParaRPr>
          </a:p>
          <a:p>
            <a:pPr algn="ctr"/>
            <a:r>
              <a:rPr lang="hu-HU" sz="2400" dirty="0">
                <a:solidFill>
                  <a:srgbClr val="725C49"/>
                </a:solidFill>
              </a:rPr>
              <a:t>Mező </a:t>
            </a:r>
            <a:r>
              <a:rPr lang="hu-HU" sz="2400" dirty="0" err="1">
                <a:solidFill>
                  <a:srgbClr val="725C49"/>
                </a:solidFill>
              </a:rPr>
              <a:t>Döner</a:t>
            </a:r>
            <a:r>
              <a:rPr lang="hu-HU" sz="2400" dirty="0">
                <a:solidFill>
                  <a:srgbClr val="725C49"/>
                </a:solidFill>
              </a:rPr>
              <a:t> Patrik</a:t>
            </a:r>
          </a:p>
        </p:txBody>
      </p:sp>
    </p:spTree>
    <p:extLst>
      <p:ext uri="{BB962C8B-B14F-4D97-AF65-F5344CB8AC3E}">
        <p14:creationId xmlns:p14="http://schemas.microsoft.com/office/powerpoint/2010/main" val="42238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80DD8-C8D4-B2A7-4E55-0A3FF1654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CC4A081B-45EB-47D8-0CA8-00C0A84D4E21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A768D65-C4C9-1BD6-B403-066AB3A3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Bevezetés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40B20C-0085-48C0-7B7E-F3AD87E29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>
                <a:solidFill>
                  <a:srgbClr val="725C49"/>
                </a:solidFill>
              </a:rPr>
              <a:t>A projekt célja egy jóga stúdió weboldalának elkészítése volt.</a:t>
            </a:r>
          </a:p>
          <a:p>
            <a:pPr algn="just"/>
            <a:endParaRPr lang="hu-HU" dirty="0">
              <a:solidFill>
                <a:srgbClr val="725C49"/>
              </a:solidFill>
            </a:endParaRPr>
          </a:p>
          <a:p>
            <a:pPr algn="just"/>
            <a:r>
              <a:rPr lang="hu-HU" dirty="0">
                <a:solidFill>
                  <a:srgbClr val="725C49"/>
                </a:solidFill>
              </a:rPr>
              <a:t>Azért ezt a témát választottam, mert jól bemutatható rajta egy modern frontend felület, az óraválasztás folyamata, valamint a regisztrációs űrlap működése.</a:t>
            </a:r>
          </a:p>
        </p:txBody>
      </p:sp>
    </p:spTree>
    <p:extLst>
      <p:ext uri="{BB962C8B-B14F-4D97-AF65-F5344CB8AC3E}">
        <p14:creationId xmlns:p14="http://schemas.microsoft.com/office/powerpoint/2010/main" val="287274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4F70-AE35-EA97-FD3A-432C849F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8255EE86-D035-2075-8885-8A0BE78342FC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052A610-B137-B745-E26F-322E4DA96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Projekt ismertetése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963676-9ECB-94D1-30E1-EDACF0DD6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>
                <a:solidFill>
                  <a:srgbClr val="725C49"/>
                </a:solidFill>
              </a:rPr>
              <a:t>A </a:t>
            </a:r>
            <a:r>
              <a:rPr lang="hu-HU" dirty="0" err="1">
                <a:solidFill>
                  <a:srgbClr val="725C49"/>
                </a:solidFill>
              </a:rPr>
              <a:t>Yomo</a:t>
            </a:r>
            <a:r>
              <a:rPr lang="hu-HU" dirty="0">
                <a:solidFill>
                  <a:srgbClr val="725C49"/>
                </a:solidFill>
              </a:rPr>
              <a:t> egy fiktív jóga- és wellness stúdió weboldala.</a:t>
            </a:r>
            <a:br>
              <a:rPr lang="hu-HU" dirty="0">
                <a:solidFill>
                  <a:srgbClr val="725C49"/>
                </a:solidFill>
              </a:rPr>
            </a:br>
            <a:endParaRPr lang="hu-HU" dirty="0">
              <a:solidFill>
                <a:srgbClr val="725C49"/>
              </a:solidFill>
            </a:endParaRPr>
          </a:p>
          <a:p>
            <a:pPr algn="just"/>
            <a:r>
              <a:rPr lang="hu-HU" dirty="0">
                <a:solidFill>
                  <a:srgbClr val="725C49"/>
                </a:solidFill>
              </a:rPr>
              <a:t>A név a </a:t>
            </a:r>
            <a:r>
              <a:rPr lang="hu-HU" b="1" dirty="0" err="1">
                <a:solidFill>
                  <a:srgbClr val="725C49"/>
                </a:solidFill>
              </a:rPr>
              <a:t>yoga</a:t>
            </a:r>
            <a:r>
              <a:rPr lang="hu-HU" b="1" dirty="0">
                <a:solidFill>
                  <a:srgbClr val="725C49"/>
                </a:solidFill>
              </a:rPr>
              <a:t> + </a:t>
            </a:r>
            <a:r>
              <a:rPr lang="hu-HU" b="1" dirty="0" err="1">
                <a:solidFill>
                  <a:srgbClr val="725C49"/>
                </a:solidFill>
              </a:rPr>
              <a:t>home</a:t>
            </a:r>
            <a:r>
              <a:rPr lang="hu-HU" dirty="0">
                <a:solidFill>
                  <a:srgbClr val="725C49"/>
                </a:solidFill>
              </a:rPr>
              <a:t> szavakból ered, ezért az oldal célja egy nyugodt, otthonos, természetközeli hangulat megteremtése.</a:t>
            </a:r>
            <a:br>
              <a:rPr lang="hu-HU" dirty="0">
                <a:solidFill>
                  <a:srgbClr val="725C49"/>
                </a:solidFill>
              </a:rPr>
            </a:br>
            <a:endParaRPr lang="hu-HU" dirty="0">
              <a:solidFill>
                <a:srgbClr val="725C49"/>
              </a:solidFill>
            </a:endParaRPr>
          </a:p>
          <a:p>
            <a:pPr algn="just"/>
            <a:r>
              <a:rPr lang="hu-HU" dirty="0">
                <a:solidFill>
                  <a:srgbClr val="725C49"/>
                </a:solidFill>
              </a:rPr>
              <a:t>A weboldalon óratípusok, szolgáltatások, oktatók és jelentkezési lehetőség is szerepel.</a:t>
            </a:r>
          </a:p>
        </p:txBody>
      </p:sp>
    </p:spTree>
    <p:extLst>
      <p:ext uri="{BB962C8B-B14F-4D97-AF65-F5344CB8AC3E}">
        <p14:creationId xmlns:p14="http://schemas.microsoft.com/office/powerpoint/2010/main" val="255760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1991-1B8E-495B-2D66-006FFCFB0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8670D46F-595C-317A-7439-9195D2E4368B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F5FB52-567B-F973-936C-781F28D2A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Weboldal működése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DB4432-0BC5-6980-B0ED-C6AA1319B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>
                <a:solidFill>
                  <a:srgbClr val="725C49"/>
                </a:solidFill>
              </a:rPr>
              <a:t>A főoldalon a látogató megtekintheti a különböző jógaórákat.</a:t>
            </a:r>
            <a:br>
              <a:rPr lang="hu-HU" dirty="0">
                <a:solidFill>
                  <a:srgbClr val="725C49"/>
                </a:solidFill>
              </a:rPr>
            </a:br>
            <a:r>
              <a:rPr lang="hu-HU" dirty="0">
                <a:solidFill>
                  <a:srgbClr val="725C49"/>
                </a:solidFill>
              </a:rPr>
              <a:t>Minden órához tartozik egy rövid leírás és egy gomb.</a:t>
            </a:r>
            <a:br>
              <a:rPr lang="hu-HU" dirty="0">
                <a:solidFill>
                  <a:srgbClr val="725C49"/>
                </a:solidFill>
              </a:rPr>
            </a:br>
            <a:endParaRPr lang="hu-HU" dirty="0">
              <a:solidFill>
                <a:srgbClr val="725C49"/>
              </a:solidFill>
            </a:endParaRPr>
          </a:p>
          <a:p>
            <a:pPr algn="just"/>
            <a:r>
              <a:rPr lang="hu-HU" dirty="0">
                <a:solidFill>
                  <a:srgbClr val="725C49"/>
                </a:solidFill>
              </a:rPr>
              <a:t>A kiválasztott órára kattintva az oldal átirányít a regisztrációs felületre, ahol az adott foglalkozás már automatikusan ki van választva.</a:t>
            </a:r>
          </a:p>
        </p:txBody>
      </p:sp>
    </p:spTree>
    <p:extLst>
      <p:ext uri="{BB962C8B-B14F-4D97-AF65-F5344CB8AC3E}">
        <p14:creationId xmlns:p14="http://schemas.microsoft.com/office/powerpoint/2010/main" val="2669773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7DCA-414A-AFF2-3F40-4A3506D4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5D7EA5C3-2079-DB64-E4C3-EB0F7A6F1C06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160C0A-41DF-870B-4590-F5A5301D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Weboldal működése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F794F5-6815-5953-CC4A-7F789640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90109"/>
            <a:ext cx="4888345" cy="2186854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hu-HU" sz="3700" b="1" dirty="0">
                <a:solidFill>
                  <a:srgbClr val="725C49"/>
                </a:solidFill>
              </a:rPr>
              <a:t>JavaScript – a kiválasztott óra eldolgozása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Az URL-ben továbbított értéket a regisztrációs oldal JavaScript segítségével olvassa ki. Amennyiben az óratípus megtalálható a regisztrációs űrlap választási lehetőségei között, a program automatikusan beállítja azt. Ennek köszönhetően a felhasználónak nem szükséges ismét kiválasztania ugyanazt a foglalkozást.</a:t>
            </a:r>
          </a:p>
          <a:p>
            <a:pPr marL="0" indent="0" algn="just">
              <a:spcBef>
                <a:spcPts val="0"/>
              </a:spcBef>
              <a:buNone/>
            </a:pPr>
            <a:endParaRPr lang="hu-HU" dirty="0">
              <a:solidFill>
                <a:srgbClr val="725C49"/>
              </a:solidFill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A regisztrációs oldalon a JavaScript kiolvassa a böngésző URL-</a:t>
            </a:r>
            <a:r>
              <a:rPr lang="hu-HU" dirty="0" err="1">
                <a:solidFill>
                  <a:srgbClr val="725C49"/>
                </a:solidFill>
              </a:rPr>
              <a:t>jéből</a:t>
            </a:r>
            <a:r>
              <a:rPr lang="hu-HU" dirty="0">
                <a:solidFill>
                  <a:srgbClr val="725C49"/>
                </a:solidFill>
              </a:rPr>
              <a:t> a </a:t>
            </a:r>
            <a:r>
              <a:rPr lang="hu-HU" dirty="0" err="1">
                <a:solidFill>
                  <a:srgbClr val="725C49"/>
                </a:solidFill>
              </a:rPr>
              <a:t>class</a:t>
            </a:r>
            <a:r>
              <a:rPr lang="hu-HU" dirty="0">
                <a:solidFill>
                  <a:srgbClr val="725C49"/>
                </a:solidFill>
              </a:rPr>
              <a:t> paramétert.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Például: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const params = </a:t>
            </a:r>
            <a:r>
              <a:rPr lang="hu-HU" dirty="0" err="1">
                <a:solidFill>
                  <a:srgbClr val="725C49"/>
                </a:solidFill>
              </a:rPr>
              <a:t>new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URLSearchParams</a:t>
            </a:r>
            <a:r>
              <a:rPr lang="hu-HU" dirty="0">
                <a:solidFill>
                  <a:srgbClr val="725C49"/>
                </a:solidFill>
              </a:rPr>
              <a:t>(</a:t>
            </a:r>
            <a:r>
              <a:rPr lang="hu-HU" dirty="0" err="1">
                <a:solidFill>
                  <a:srgbClr val="725C49"/>
                </a:solidFill>
              </a:rPr>
              <a:t>window.location.search</a:t>
            </a:r>
            <a:r>
              <a:rPr lang="hu-HU" dirty="0">
                <a:solidFill>
                  <a:srgbClr val="725C49"/>
                </a:solidFill>
              </a:rPr>
              <a:t>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const </a:t>
            </a:r>
            <a:r>
              <a:rPr lang="hu-HU" dirty="0" err="1">
                <a:solidFill>
                  <a:srgbClr val="725C49"/>
                </a:solidFill>
              </a:rPr>
              <a:t>requestedClass</a:t>
            </a:r>
            <a:r>
              <a:rPr lang="hu-HU" dirty="0">
                <a:solidFill>
                  <a:srgbClr val="725C49"/>
                </a:solidFill>
              </a:rPr>
              <a:t> = </a:t>
            </a:r>
            <a:r>
              <a:rPr lang="hu-HU" dirty="0" err="1">
                <a:solidFill>
                  <a:srgbClr val="725C49"/>
                </a:solidFill>
              </a:rPr>
              <a:t>params.get</a:t>
            </a:r>
            <a:r>
              <a:rPr lang="hu-HU" dirty="0">
                <a:solidFill>
                  <a:srgbClr val="725C49"/>
                </a:solidFill>
              </a:rPr>
              <a:t>("</a:t>
            </a:r>
            <a:r>
              <a:rPr lang="hu-HU" dirty="0" err="1">
                <a:solidFill>
                  <a:srgbClr val="725C49"/>
                </a:solidFill>
              </a:rPr>
              <a:t>class</a:t>
            </a:r>
            <a:r>
              <a:rPr lang="hu-HU" dirty="0">
                <a:solidFill>
                  <a:srgbClr val="725C49"/>
                </a:solidFill>
              </a:rPr>
              <a:t>");</a:t>
            </a:r>
          </a:p>
          <a:p>
            <a:pPr marL="0" indent="0" algn="just">
              <a:spcBef>
                <a:spcPts val="0"/>
              </a:spcBef>
              <a:buNone/>
            </a:pPr>
            <a:endParaRPr lang="hu-HU" dirty="0">
              <a:solidFill>
                <a:srgbClr val="725C49"/>
              </a:solidFill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Ha a felhasználó erre kattintott: </a:t>
            </a:r>
            <a:r>
              <a:rPr lang="hu-HU" dirty="0" err="1">
                <a:solidFill>
                  <a:srgbClr val="725C49"/>
                </a:solidFill>
              </a:rPr>
              <a:t>registration.html?class</a:t>
            </a:r>
            <a:r>
              <a:rPr lang="hu-HU" dirty="0">
                <a:solidFill>
                  <a:srgbClr val="725C49"/>
                </a:solidFill>
              </a:rPr>
              <a:t>=</a:t>
            </a:r>
            <a:r>
              <a:rPr lang="hu-HU" dirty="0" err="1">
                <a:solidFill>
                  <a:srgbClr val="725C49"/>
                </a:solidFill>
              </a:rPr>
              <a:t>Hatha</a:t>
            </a:r>
            <a:endParaRPr lang="hu-HU" dirty="0">
              <a:solidFill>
                <a:srgbClr val="725C49"/>
              </a:solidFill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akkor: </a:t>
            </a:r>
            <a:r>
              <a:rPr lang="hu-HU" dirty="0" err="1">
                <a:solidFill>
                  <a:srgbClr val="725C49"/>
                </a:solidFill>
              </a:rPr>
              <a:t>requestedClass</a:t>
            </a:r>
            <a:endParaRPr lang="hu-HU" dirty="0">
              <a:solidFill>
                <a:srgbClr val="725C49"/>
              </a:solidFill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értéke: </a:t>
            </a:r>
            <a:r>
              <a:rPr lang="hu-HU" dirty="0" err="1">
                <a:solidFill>
                  <a:srgbClr val="725C49"/>
                </a:solidFill>
              </a:rPr>
              <a:t>Hatha</a:t>
            </a:r>
            <a:endParaRPr lang="hu-HU" dirty="0">
              <a:solidFill>
                <a:srgbClr val="725C49"/>
              </a:solidFill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hu-HU" dirty="0">
              <a:solidFill>
                <a:srgbClr val="725C49"/>
              </a:solidFill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hu-HU" dirty="0">
                <a:solidFill>
                  <a:srgbClr val="725C49"/>
                </a:solidFill>
              </a:rPr>
              <a:t>Ezután a JavaScript megkeresi az óraválasztó mezőben a megfelelő lehetőséget, és automatikusan kiválasztja azt</a:t>
            </a:r>
          </a:p>
          <a:p>
            <a:pPr marL="0" indent="0" algn="just">
              <a:buNone/>
            </a:pPr>
            <a:endParaRPr lang="hu-HU" dirty="0">
              <a:solidFill>
                <a:srgbClr val="725C49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D3ED25E-4A9B-1F1F-AD39-BB34ABF6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05" y="1418467"/>
            <a:ext cx="3898535" cy="241684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B7DA923-0C63-1D7B-B0DB-21D0118B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649" y="1418467"/>
            <a:ext cx="4186442" cy="43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8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C450-4546-06A0-F14C-20C8DF82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3A270FDA-3651-DA06-49D7-442C9347E612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D893182-C3EB-2AB2-51B0-CBF8067A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Feladatok és csapatmunka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630469-4EC0-8463-5858-4D8751CD7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hu-HU" dirty="0">
                <a:solidFill>
                  <a:srgbClr val="725C49"/>
                </a:solidFill>
              </a:rPr>
              <a:t>A feladatokat úgy osztottuk meg, hogy mindenkire olyan feladat esett, amit az adott időn belül el tudott készíteni. Az egyeztetéshez többnyire a </a:t>
            </a:r>
            <a:r>
              <a:rPr lang="hu-HU" dirty="0" err="1">
                <a:solidFill>
                  <a:srgbClr val="725C49"/>
                </a:solidFill>
              </a:rPr>
              <a:t>facebookot</a:t>
            </a:r>
            <a:r>
              <a:rPr lang="hu-HU" dirty="0">
                <a:solidFill>
                  <a:srgbClr val="725C49"/>
                </a:solidFill>
              </a:rPr>
              <a:t> használtuk, míg a pontok egyeztetése során a GitHubra töltöttük fel az aktuálisan kész feladat részleteket.</a:t>
            </a:r>
          </a:p>
        </p:txBody>
      </p:sp>
    </p:spTree>
    <p:extLst>
      <p:ext uri="{BB962C8B-B14F-4D97-AF65-F5344CB8AC3E}">
        <p14:creationId xmlns:p14="http://schemas.microsoft.com/office/powerpoint/2010/main" val="322103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4585-7BF7-C134-3F3A-5AEC314CF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07E81C9-C403-4730-F3D3-C9EA22356E64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B7202D5-80C2-C959-9556-152F66CF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English </a:t>
            </a:r>
            <a:r>
              <a:rPr lang="hu-HU" b="1" dirty="0" err="1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hu-HU" b="1" dirty="0">
              <a:solidFill>
                <a:srgbClr val="725C4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32B2BA-AFE7-887D-C0B6-D25B8A073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 err="1">
                <a:solidFill>
                  <a:srgbClr val="725C49"/>
                </a:solidFill>
              </a:rPr>
              <a:t>Yomo</a:t>
            </a:r>
            <a:r>
              <a:rPr lang="hu-HU" b="1" dirty="0">
                <a:solidFill>
                  <a:srgbClr val="725C49"/>
                </a:solidFill>
              </a:rPr>
              <a:t> is a </a:t>
            </a:r>
            <a:r>
              <a:rPr lang="hu-HU" b="1" dirty="0" err="1">
                <a:solidFill>
                  <a:srgbClr val="725C49"/>
                </a:solidFill>
              </a:rPr>
              <a:t>fictional</a:t>
            </a:r>
            <a:r>
              <a:rPr lang="hu-HU" b="1" dirty="0">
                <a:solidFill>
                  <a:srgbClr val="725C49"/>
                </a:solidFill>
              </a:rPr>
              <a:t> </a:t>
            </a:r>
            <a:r>
              <a:rPr lang="hu-HU" b="1" dirty="0" err="1">
                <a:solidFill>
                  <a:srgbClr val="725C49"/>
                </a:solidFill>
              </a:rPr>
              <a:t>yoga</a:t>
            </a:r>
            <a:r>
              <a:rPr lang="hu-HU" b="1" dirty="0">
                <a:solidFill>
                  <a:srgbClr val="725C49"/>
                </a:solidFill>
              </a:rPr>
              <a:t> </a:t>
            </a:r>
            <a:r>
              <a:rPr lang="hu-HU" b="1" dirty="0" err="1">
                <a:solidFill>
                  <a:srgbClr val="725C49"/>
                </a:solidFill>
              </a:rPr>
              <a:t>studio</a:t>
            </a:r>
            <a:r>
              <a:rPr lang="hu-HU" b="1" dirty="0">
                <a:solidFill>
                  <a:srgbClr val="725C49"/>
                </a:solidFill>
              </a:rPr>
              <a:t> website </a:t>
            </a:r>
            <a:r>
              <a:rPr lang="hu-HU" b="1" dirty="0" err="1">
                <a:solidFill>
                  <a:srgbClr val="725C49"/>
                </a:solidFill>
              </a:rPr>
              <a:t>created</a:t>
            </a:r>
            <a:r>
              <a:rPr lang="hu-HU" b="1" dirty="0">
                <a:solidFill>
                  <a:srgbClr val="725C49"/>
                </a:solidFill>
              </a:rPr>
              <a:t> </a:t>
            </a:r>
            <a:r>
              <a:rPr lang="hu-HU" b="1" dirty="0" err="1">
                <a:solidFill>
                  <a:srgbClr val="725C49"/>
                </a:solidFill>
              </a:rPr>
              <a:t>as</a:t>
            </a:r>
            <a:r>
              <a:rPr lang="hu-HU" b="1" dirty="0">
                <a:solidFill>
                  <a:srgbClr val="725C49"/>
                </a:solidFill>
              </a:rPr>
              <a:t> a </a:t>
            </a:r>
            <a:r>
              <a:rPr lang="hu-HU" b="1" dirty="0" err="1">
                <a:solidFill>
                  <a:srgbClr val="725C49"/>
                </a:solidFill>
              </a:rPr>
              <a:t>school</a:t>
            </a:r>
            <a:r>
              <a:rPr lang="hu-HU" b="1" dirty="0">
                <a:solidFill>
                  <a:srgbClr val="725C49"/>
                </a:solidFill>
              </a:rPr>
              <a:t> project.</a:t>
            </a:r>
          </a:p>
          <a:p>
            <a:r>
              <a:rPr lang="hu-HU" dirty="0">
                <a:solidFill>
                  <a:srgbClr val="725C49"/>
                </a:solidFill>
              </a:rPr>
              <a:t>The main </a:t>
            </a:r>
            <a:r>
              <a:rPr lang="hu-HU" dirty="0" err="1">
                <a:solidFill>
                  <a:srgbClr val="725C49"/>
                </a:solidFill>
              </a:rPr>
              <a:t>goal</a:t>
            </a:r>
            <a:r>
              <a:rPr lang="hu-HU" dirty="0">
                <a:solidFill>
                  <a:srgbClr val="725C49"/>
                </a:solidFill>
              </a:rPr>
              <a:t> of </a:t>
            </a:r>
            <a:r>
              <a:rPr lang="hu-HU" dirty="0" err="1">
                <a:solidFill>
                  <a:srgbClr val="725C49"/>
                </a:solidFill>
              </a:rPr>
              <a:t>the</a:t>
            </a:r>
            <a:r>
              <a:rPr lang="hu-HU" dirty="0">
                <a:solidFill>
                  <a:srgbClr val="725C49"/>
                </a:solidFill>
              </a:rPr>
              <a:t> project </a:t>
            </a:r>
            <a:r>
              <a:rPr lang="hu-HU" dirty="0" err="1">
                <a:solidFill>
                  <a:srgbClr val="725C49"/>
                </a:solidFill>
              </a:rPr>
              <a:t>was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to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present</a:t>
            </a:r>
            <a:r>
              <a:rPr lang="hu-HU" dirty="0">
                <a:solidFill>
                  <a:srgbClr val="725C49"/>
                </a:solidFill>
              </a:rPr>
              <a:t> a </a:t>
            </a:r>
            <a:r>
              <a:rPr lang="hu-HU" dirty="0" err="1">
                <a:solidFill>
                  <a:srgbClr val="725C49"/>
                </a:solidFill>
              </a:rPr>
              <a:t>clean</a:t>
            </a:r>
            <a:r>
              <a:rPr lang="hu-HU" dirty="0">
                <a:solidFill>
                  <a:srgbClr val="725C49"/>
                </a:solidFill>
              </a:rPr>
              <a:t> frontend design, a </a:t>
            </a:r>
            <a:r>
              <a:rPr lang="hu-HU" dirty="0" err="1">
                <a:solidFill>
                  <a:srgbClr val="725C49"/>
                </a:solidFill>
              </a:rPr>
              <a:t>course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selection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process</a:t>
            </a:r>
            <a:r>
              <a:rPr lang="hu-HU" dirty="0">
                <a:solidFill>
                  <a:srgbClr val="725C49"/>
                </a:solidFill>
              </a:rPr>
              <a:t>, and a </a:t>
            </a:r>
            <a:r>
              <a:rPr lang="hu-HU" dirty="0" err="1">
                <a:solidFill>
                  <a:srgbClr val="725C49"/>
                </a:solidFill>
              </a:rPr>
              <a:t>registration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form</a:t>
            </a:r>
            <a:r>
              <a:rPr lang="hu-HU" dirty="0">
                <a:solidFill>
                  <a:srgbClr val="725C49"/>
                </a:solidFill>
              </a:rPr>
              <a:t>.</a:t>
            </a:r>
          </a:p>
          <a:p>
            <a:r>
              <a:rPr lang="hu-HU" dirty="0">
                <a:solidFill>
                  <a:srgbClr val="725C49"/>
                </a:solidFill>
              </a:rPr>
              <a:t>The website </a:t>
            </a:r>
            <a:r>
              <a:rPr lang="hu-HU" dirty="0" err="1">
                <a:solidFill>
                  <a:srgbClr val="725C49"/>
                </a:solidFill>
              </a:rPr>
              <a:t>allows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users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to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choose</a:t>
            </a:r>
            <a:r>
              <a:rPr lang="hu-HU" dirty="0">
                <a:solidFill>
                  <a:srgbClr val="725C49"/>
                </a:solidFill>
              </a:rPr>
              <a:t> a </a:t>
            </a:r>
            <a:r>
              <a:rPr lang="hu-HU" dirty="0" err="1">
                <a:solidFill>
                  <a:srgbClr val="725C49"/>
                </a:solidFill>
              </a:rPr>
              <a:t>yoga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class</a:t>
            </a:r>
            <a:r>
              <a:rPr lang="hu-HU" dirty="0">
                <a:solidFill>
                  <a:srgbClr val="725C49"/>
                </a:solidFill>
              </a:rPr>
              <a:t> and </a:t>
            </a:r>
            <a:r>
              <a:rPr lang="hu-HU" dirty="0" err="1">
                <a:solidFill>
                  <a:srgbClr val="725C49"/>
                </a:solidFill>
              </a:rPr>
              <a:t>continue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to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the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registration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page</a:t>
            </a:r>
            <a:r>
              <a:rPr lang="hu-HU" dirty="0">
                <a:solidFill>
                  <a:srgbClr val="725C49"/>
                </a:solidFill>
              </a:rPr>
              <a:t>, </a:t>
            </a:r>
            <a:r>
              <a:rPr lang="hu-HU" dirty="0" err="1">
                <a:solidFill>
                  <a:srgbClr val="725C49"/>
                </a:solidFill>
              </a:rPr>
              <a:t>where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the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selected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class</a:t>
            </a:r>
            <a:r>
              <a:rPr lang="hu-HU" dirty="0">
                <a:solidFill>
                  <a:srgbClr val="725C49"/>
                </a:solidFill>
              </a:rPr>
              <a:t> is </a:t>
            </a:r>
            <a:r>
              <a:rPr lang="hu-HU" dirty="0" err="1">
                <a:solidFill>
                  <a:srgbClr val="725C49"/>
                </a:solidFill>
              </a:rPr>
              <a:t>already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filled</a:t>
            </a:r>
            <a:r>
              <a:rPr lang="hu-HU" dirty="0">
                <a:solidFill>
                  <a:srgbClr val="725C49"/>
                </a:solidFill>
              </a:rPr>
              <a:t> in.</a:t>
            </a:r>
            <a:br>
              <a:rPr lang="hu-HU" dirty="0">
                <a:solidFill>
                  <a:srgbClr val="725C49"/>
                </a:solidFill>
              </a:rPr>
            </a:br>
            <a:r>
              <a:rPr lang="hu-HU" dirty="0">
                <a:solidFill>
                  <a:srgbClr val="725C49"/>
                </a:solidFill>
              </a:rPr>
              <a:t>The project is </a:t>
            </a:r>
            <a:r>
              <a:rPr lang="hu-HU" dirty="0" err="1">
                <a:solidFill>
                  <a:srgbClr val="725C49"/>
                </a:solidFill>
              </a:rPr>
              <a:t>connected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to</a:t>
            </a:r>
            <a:r>
              <a:rPr lang="hu-HU" dirty="0">
                <a:solidFill>
                  <a:srgbClr val="725C49"/>
                </a:solidFill>
              </a:rPr>
              <a:t> a </a:t>
            </a:r>
            <a:r>
              <a:rPr lang="hu-HU" dirty="0" err="1">
                <a:solidFill>
                  <a:srgbClr val="725C49"/>
                </a:solidFill>
              </a:rPr>
              <a:t>database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to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store</a:t>
            </a:r>
            <a:r>
              <a:rPr lang="hu-HU" dirty="0">
                <a:solidFill>
                  <a:srgbClr val="725C49"/>
                </a:solidFill>
              </a:rPr>
              <a:t> </a:t>
            </a:r>
            <a:r>
              <a:rPr lang="hu-HU" dirty="0" err="1">
                <a:solidFill>
                  <a:srgbClr val="725C49"/>
                </a:solidFill>
              </a:rPr>
              <a:t>classes</a:t>
            </a:r>
            <a:r>
              <a:rPr lang="hu-HU" dirty="0">
                <a:solidFill>
                  <a:srgbClr val="725C49"/>
                </a:solidFill>
              </a:rPr>
              <a:t>, </a:t>
            </a:r>
            <a:r>
              <a:rPr lang="hu-HU" dirty="0" err="1">
                <a:solidFill>
                  <a:srgbClr val="725C49"/>
                </a:solidFill>
              </a:rPr>
              <a:t>instructors</a:t>
            </a:r>
            <a:r>
              <a:rPr lang="hu-HU" dirty="0">
                <a:solidFill>
                  <a:srgbClr val="725C49"/>
                </a:solidFill>
              </a:rPr>
              <a:t>, </a:t>
            </a:r>
            <a:r>
              <a:rPr lang="hu-HU" dirty="0" err="1">
                <a:solidFill>
                  <a:srgbClr val="725C49"/>
                </a:solidFill>
              </a:rPr>
              <a:t>guests</a:t>
            </a:r>
            <a:r>
              <a:rPr lang="hu-HU" dirty="0">
                <a:solidFill>
                  <a:srgbClr val="725C49"/>
                </a:solidFill>
              </a:rPr>
              <a:t>, and </a:t>
            </a:r>
            <a:r>
              <a:rPr lang="hu-HU" dirty="0" err="1">
                <a:solidFill>
                  <a:srgbClr val="725C49"/>
                </a:solidFill>
              </a:rPr>
              <a:t>registrations</a:t>
            </a:r>
            <a:r>
              <a:rPr lang="hu-HU" dirty="0">
                <a:solidFill>
                  <a:srgbClr val="725C49"/>
                </a:solidFill>
              </a:rPr>
              <a:t>.</a:t>
            </a:r>
          </a:p>
          <a:p>
            <a:pPr marL="0" indent="0" algn="just">
              <a:buNone/>
            </a:pPr>
            <a:endParaRPr lang="hu-HU" dirty="0">
              <a:solidFill>
                <a:srgbClr val="725C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08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49498-6923-1682-CEE3-3F4F48D86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EB74BC02-764A-21A4-9A86-DB04E88790C9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AEF19FD-EAE1-3DBA-75C1-B7D37226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>
                <a:solidFill>
                  <a:srgbClr val="725C4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Utószó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BD3E6E-6958-79CB-578B-30E906075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>
                <a:solidFill>
                  <a:srgbClr val="725C49"/>
                </a:solidFill>
              </a:rPr>
              <a:t>A projekt során sikerült egy működő, letisztult és témához illő weboldalt készíteni.</a:t>
            </a:r>
          </a:p>
          <a:p>
            <a:r>
              <a:rPr lang="hu-HU" dirty="0">
                <a:solidFill>
                  <a:srgbClr val="725C49"/>
                </a:solidFill>
              </a:rPr>
              <a:t>A </a:t>
            </a:r>
            <a:r>
              <a:rPr lang="hu-HU" dirty="0" err="1">
                <a:solidFill>
                  <a:srgbClr val="725C49"/>
                </a:solidFill>
              </a:rPr>
              <a:t>Yomo</a:t>
            </a:r>
            <a:r>
              <a:rPr lang="hu-HU" dirty="0">
                <a:solidFill>
                  <a:srgbClr val="725C49"/>
                </a:solidFill>
              </a:rPr>
              <a:t> oldal bemutatja a frontend fejlesztés alapjait, a felhasználói folyamatokat és az teljes értékű relációs adatbázissal és saját </a:t>
            </a:r>
            <a:r>
              <a:rPr lang="hu-HU" dirty="0" err="1">
                <a:solidFill>
                  <a:srgbClr val="725C49"/>
                </a:solidFill>
              </a:rPr>
              <a:t>admin</a:t>
            </a:r>
            <a:r>
              <a:rPr lang="hu-HU" dirty="0">
                <a:solidFill>
                  <a:srgbClr val="725C49"/>
                </a:solidFill>
              </a:rPr>
              <a:t> felülettel tovább fejleszthető.</a:t>
            </a:r>
          </a:p>
          <a:p>
            <a:r>
              <a:rPr lang="hu-HU" dirty="0">
                <a:solidFill>
                  <a:srgbClr val="725C49"/>
                </a:solidFill>
              </a:rPr>
              <a:t>A későbbiekben továbbfejleszthető lenne valódi adatbázis-kapcsolattal, </a:t>
            </a:r>
            <a:r>
              <a:rPr lang="hu-HU" dirty="0" err="1">
                <a:solidFill>
                  <a:srgbClr val="725C49"/>
                </a:solidFill>
              </a:rPr>
              <a:t>admin</a:t>
            </a:r>
            <a:r>
              <a:rPr lang="hu-HU" dirty="0">
                <a:solidFill>
                  <a:srgbClr val="725C49"/>
                </a:solidFill>
              </a:rPr>
              <a:t> felülettel és online foglalási rendszerrel.</a:t>
            </a:r>
          </a:p>
        </p:txBody>
      </p:sp>
    </p:spTree>
    <p:extLst>
      <p:ext uri="{BB962C8B-B14F-4D97-AF65-F5344CB8AC3E}">
        <p14:creationId xmlns:p14="http://schemas.microsoft.com/office/powerpoint/2010/main" val="310230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C071-20CB-BD9B-C158-A100C4757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A3EB0290-D28A-74A6-DC3F-13C29FD63E0F}"/>
              </a:ext>
            </a:extLst>
          </p:cNvPr>
          <p:cNvSpPr/>
          <p:nvPr/>
        </p:nvSpPr>
        <p:spPr>
          <a:xfrm>
            <a:off x="7036857" y="2143594"/>
            <a:ext cx="7113857" cy="6711846"/>
          </a:xfrm>
          <a:prstGeom prst="ellipse">
            <a:avLst/>
          </a:prstGeom>
          <a:solidFill>
            <a:srgbClr val="8FA5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C6EA82E-00DF-8877-EF0B-1C6A7F05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hu-HU" b="1" dirty="0">
              <a:solidFill>
                <a:srgbClr val="725C4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1DFDDF-1440-ED38-036E-3AD060ACE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8999"/>
            <a:ext cx="10515600" cy="2747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u-HU" sz="4000" b="1" dirty="0">
                <a:solidFill>
                  <a:srgbClr val="725C49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9629055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451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di Office</vt:lpstr>
      <vt:lpstr>2025/2026-os Szoftverfejlesztő és tesztelő vizsga</vt:lpstr>
      <vt:lpstr>Bevezetés</vt:lpstr>
      <vt:lpstr>Projekt ismertetése</vt:lpstr>
      <vt:lpstr>Weboldal működése</vt:lpstr>
      <vt:lpstr>Weboldal működése</vt:lpstr>
      <vt:lpstr>Feladatok és csapatmunka</vt:lpstr>
      <vt:lpstr>English summary</vt:lpstr>
      <vt:lpstr>Utószó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Melitta Szita</dc:creator>
  <cp:lastModifiedBy>Melitta Szita</cp:lastModifiedBy>
  <cp:revision>7</cp:revision>
  <dcterms:created xsi:type="dcterms:W3CDTF">2026-09-06T06:42:45Z</dcterms:created>
  <dcterms:modified xsi:type="dcterms:W3CDTF">2026-09-13T06:37:29Z</dcterms:modified>
</cp:coreProperties>
</file>